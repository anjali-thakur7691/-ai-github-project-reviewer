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5" r:id="rId1"/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7667ff" accent2="43d5bb" accent3="ffffff" accent4="aab5ce" accent5="0b1020" accent6="12203a" bg1="lt1" bg2="lt2" folHlink="hlink" hlink="folHlink" tx1="dk1" tx2="dk2"/>
  <p:sldLayoutIdLst>
    <p:sldLayoutId id="1" r:id="rId1"/>
  </p:sldLayoutIdLst>
  <p:txStyles>
    <p:titleStyle>
      <p:lvl1pPr>
        <a:defRPr lang="en-US" sz="4400"/>
      </p:lvl1pPr>
    </p:titleStyle>
    <p:bodyStyle>
      <p:lvl1pPr>
        <a:defRPr lang="en-US" sz="1800"/>
      </p:lvl1pPr>
    </p:bodyStyle>
    <p:otherStyle>
      <p:lvl1pPr>
        <a:defRPr lang="en-US" sz="1800"/>
      </p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11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 artwork" descr="CodeLens AI project presentation slid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2 artwork" descr="CodeLens AI project presentation slid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3 artwork" descr="CodeLens AI project presentation slid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4 artwork" descr="CodeLens AI project presentation slid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5 artwork" descr="CodeLens AI project presentation slid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6 artwork" descr="CodeLens AI project presentation slid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7 artwork" descr="CodeLens AI project presentation slid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8 artwork" descr="CodeLens AI project presentation slid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9 artwork" descr="CodeLens AI project presentation slid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0 artwork" descr="CodeLens AI project presentation slid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 11 artwork" descr="CodeLens AI project presentation slid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deLens">
  <a:themeElements>
    <a:clrScheme name="CodeLens">
      <a:dk1>
        <a:srgbClr val="0B1020"/>
      </a:dk1>
      <a:lt1>
        <a:srgbClr val="FFFFFF"/>
      </a:lt1>
      <a:dk2>
        <a:srgbClr val="12203A"/>
      </a:dk2>
      <a:lt2>
        <a:srgbClr val="E9ECF5"/>
      </a:lt2>
      <a:accent1>
        <a:srgbClr val="7667FF"/>
      </a:accent1>
      <a:accent2>
        <a:srgbClr val="43D5BB"/>
      </a:accent2>
      <a:accent3>
        <a:srgbClr val="FFFFFF"/>
      </a:accent3>
      <a:accent4>
        <a:srgbClr val="AAB5CE"/>
      </a:accent4>
      <a:accent5>
        <a:srgbClr val="41506F"/>
      </a:accent5>
      <a:accent6>
        <a:srgbClr val="9B8FFF"/>
      </a:accent6>
      <a:hlink>
        <a:srgbClr val="43D5BB"/>
      </a:hlink>
      <a:folHlink>
        <a:srgbClr val="9B8FFF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6350">
          <a:solidFill>
            <a:schemeClr val="phClr"/>
          </a:solidFill>
          <a:prstDash val="solid"/>
        </a:ln>
        <a:ln w="63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